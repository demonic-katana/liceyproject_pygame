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750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822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89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200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260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4276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453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336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11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940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1795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75787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36694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6777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85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6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2904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DC367A-F48C-485A-B3C4-EEBE12D827A9}" type="datetimeFigureOut">
              <a:rPr lang="ru-RU" smtClean="0"/>
              <a:t>17.01.2023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96316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71801E-85C4-6D9C-2536-E7DBD458F7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“The walls”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5337680-8BB9-6FE3-7DAA-18DFEAA1C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58431" y="4385732"/>
            <a:ext cx="6401693" cy="1405467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Проект </a:t>
            </a:r>
            <a:r>
              <a:rPr lang="en-US" dirty="0" err="1"/>
              <a:t>pygame</a:t>
            </a:r>
            <a:endParaRPr lang="en-US" dirty="0"/>
          </a:p>
          <a:p>
            <a:r>
              <a:rPr lang="ru-RU" dirty="0"/>
              <a:t>Авторы: </a:t>
            </a:r>
            <a:r>
              <a:rPr lang="ru-RU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Ходырева Александра Владимировна, </a:t>
            </a:r>
            <a:r>
              <a:rPr lang="ru-RU" dirty="0" err="1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Ошкин</a:t>
            </a:r>
            <a:r>
              <a:rPr lang="ru-RU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Ростислав Евгеньевич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80359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761C5B-F836-C6BC-EEA4-93E482E88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C790EA-D784-093C-5D20-DEEC750DD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1456267"/>
          </a:xfrm>
        </p:spPr>
        <p:txBody>
          <a:bodyPr/>
          <a:lstStyle/>
          <a:p>
            <a:pPr marL="0" indent="0">
              <a:buNone/>
            </a:pPr>
            <a:r>
              <a:rPr lang="ru-RU" sz="1800" dirty="0">
                <a:effectLst/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Игра про прохождение лабиринта. У игры будет несколько уровней, которые будут иметь свой уровень сложности. Цель - пройти лабиринт.</a:t>
            </a:r>
            <a:endParaRPr lang="en-US" dirty="0">
              <a:latin typeface="Segoe UI" panose="020B0502040204020203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Реализовать игру по средствам использования библиотеки </a:t>
            </a:r>
            <a:r>
              <a:rPr lang="en-US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Pygame.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10329C-0887-7BD6-F762-3186C950E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756" y="4028654"/>
            <a:ext cx="5598488" cy="2216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517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E4F387-6DC2-1981-9F39-E67AC795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716" y="687221"/>
            <a:ext cx="2039276" cy="760850"/>
          </a:xfrm>
        </p:spPr>
        <p:txBody>
          <a:bodyPr/>
          <a:lstStyle/>
          <a:p>
            <a:r>
              <a:rPr lang="ru-RU" sz="36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Задание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BC0368-51CB-E2D0-2974-F59B5245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716" y="1448071"/>
            <a:ext cx="1781825" cy="257453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Сделать игру.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976DC-400A-4E4E-F2C6-A2FA1BB6C964}"/>
              </a:ext>
            </a:extLst>
          </p:cNvPr>
          <p:cNvSpPr txBox="1"/>
          <p:nvPr/>
        </p:nvSpPr>
        <p:spPr>
          <a:xfrm>
            <a:off x="868716" y="2816027"/>
            <a:ext cx="5793422" cy="3362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Персонаж.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получить Логический выигрыш и проигрыш.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ходить персонажем вверх, вниз, влево, вправо. 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Удобная 2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 </a:t>
            </a: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графика с видом сверху.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Красивые текстуры.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 уровня лабиринта, по нарастающей сложности.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Начальное меню, меню проигрыша, меню выигрыша.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D2DA4-7A71-5ACF-4E67-6286077D9684}"/>
              </a:ext>
            </a:extLst>
          </p:cNvPr>
          <p:cNvSpPr txBox="1"/>
          <p:nvPr/>
        </p:nvSpPr>
        <p:spPr>
          <a:xfrm>
            <a:off x="868716" y="2102307"/>
            <a:ext cx="3891379" cy="658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ru-RU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Требования к игре</a:t>
            </a:r>
          </a:p>
        </p:txBody>
      </p:sp>
    </p:spTree>
    <p:extLst>
      <p:ext uri="{BB962C8B-B14F-4D97-AF65-F5344CB8AC3E}">
        <p14:creationId xmlns:p14="http://schemas.microsoft.com/office/powerpoint/2010/main" val="138765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673F8F-EF63-8016-BF2E-CC6C9B3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F639A36-5DC6-13FF-2D13-DB9EEF103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4472" y="2132660"/>
            <a:ext cx="5935993" cy="3649662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8127C2-F7EB-871B-573D-78ACC050348B}"/>
              </a:ext>
            </a:extLst>
          </p:cNvPr>
          <p:cNvSpPr txBox="1"/>
          <p:nvPr/>
        </p:nvSpPr>
        <p:spPr>
          <a:xfrm>
            <a:off x="685801" y="1926166"/>
            <a:ext cx="473845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1" dirty="0"/>
              <a:t>Стартовое окно.</a:t>
            </a:r>
          </a:p>
          <a:p>
            <a:r>
              <a:rPr lang="ru-RU" dirty="0"/>
              <a:t>Здесь можно выбрать уровень или перейти в руководство с помощью.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menu()</a:t>
            </a:r>
            <a:endParaRPr lang="ru-RU" dirty="0"/>
          </a:p>
          <a:p>
            <a:endParaRPr lang="ru-RU" dirty="0"/>
          </a:p>
          <a:p>
            <a:r>
              <a:rPr lang="ru-RU" i="1" dirty="0"/>
              <a:t>Установлена фоновая музыка</a:t>
            </a:r>
          </a:p>
        </p:txBody>
      </p:sp>
    </p:spTree>
    <p:extLst>
      <p:ext uri="{BB962C8B-B14F-4D97-AF65-F5344CB8AC3E}">
        <p14:creationId xmlns:p14="http://schemas.microsoft.com/office/powerpoint/2010/main" val="259577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1DA71D-8887-B3B5-08B8-C2002EF907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089" y="2795803"/>
            <a:ext cx="3199785" cy="337861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EC76602-FCC8-17BB-4039-F9E69B7007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5932" y="2795803"/>
            <a:ext cx="3194097" cy="33786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6BBA15-E0C8-ED8F-1B3F-01CD0AF5FC45}"/>
              </a:ext>
            </a:extLst>
          </p:cNvPr>
          <p:cNvSpPr txBox="1"/>
          <p:nvPr/>
        </p:nvSpPr>
        <p:spPr>
          <a:xfrm>
            <a:off x="651972" y="479395"/>
            <a:ext cx="89131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1" dirty="0"/>
              <a:t>Основное окно. </a:t>
            </a:r>
          </a:p>
          <a:p>
            <a:r>
              <a:rPr lang="ru-RU" dirty="0"/>
              <a:t>Игровое окно, где пользователь может пройти лабиринт, перемещая героя стрелками Вверх, Вниз, Вправо и Влево, собрав все ключи и дойдя до выхода.</a:t>
            </a:r>
          </a:p>
          <a:p>
            <a:r>
              <a:rPr lang="ru-RU" dirty="0"/>
              <a:t>Для усложнения карта показывается не полностью.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game()</a:t>
            </a:r>
          </a:p>
          <a:p>
            <a:r>
              <a:rPr lang="ru-RU" i="1" dirty="0"/>
              <a:t>Установлена фоновая музыка, а также звуковые эффекты.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C40F86F-2628-7BFC-E90F-86E870BC08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72" y="2795802"/>
            <a:ext cx="3192060" cy="338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47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99A28EA-CF82-3F8F-E5FF-C0FB1FD4B4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749" y="2659534"/>
            <a:ext cx="3386483" cy="358886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0FEF17C-9A3E-5B05-9FF2-FEC2563367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118" y="2659535"/>
            <a:ext cx="3392861" cy="35888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1913287-04C3-B150-0B04-7EDF1BB9A090}"/>
              </a:ext>
            </a:extLst>
          </p:cNvPr>
          <p:cNvSpPr txBox="1"/>
          <p:nvPr/>
        </p:nvSpPr>
        <p:spPr>
          <a:xfrm>
            <a:off x="1225118" y="719092"/>
            <a:ext cx="104312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1" dirty="0"/>
              <a:t>Победа и поражение.</a:t>
            </a:r>
          </a:p>
          <a:p>
            <a:r>
              <a:rPr lang="ru-RU" dirty="0"/>
              <a:t>Создаются игровым окном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game()</a:t>
            </a:r>
          </a:p>
          <a:p>
            <a:r>
              <a:rPr lang="ru-RU" i="1" dirty="0"/>
              <a:t>Установлена фоновая музыка, а также звуковые эффекты.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938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FE780A-AC4B-88FA-F831-76571769E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973584"/>
            <a:ext cx="10131425" cy="1456267"/>
          </a:xfrm>
        </p:spPr>
        <p:txBody>
          <a:bodyPr/>
          <a:lstStyle/>
          <a:p>
            <a:r>
              <a:rPr lang="ru-RU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Библиотеки: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E3778B-B96E-69CD-CAE0-1C014FF8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4433"/>
            <a:ext cx="10131425" cy="3649133"/>
          </a:xfrm>
        </p:spPr>
        <p:txBody>
          <a:bodyPr/>
          <a:lstStyle/>
          <a:p>
            <a:r>
              <a:rPr lang="en-US" dirty="0" err="1"/>
              <a:t>os</a:t>
            </a:r>
            <a:r>
              <a:rPr lang="ru-RU" dirty="0"/>
              <a:t> (для получения спрайтов)</a:t>
            </a:r>
          </a:p>
          <a:p>
            <a:r>
              <a:rPr lang="en-US" dirty="0"/>
              <a:t>sys (</a:t>
            </a:r>
            <a:r>
              <a:rPr lang="ru-RU" dirty="0"/>
              <a:t>для быстрого завершения работы программы)</a:t>
            </a:r>
          </a:p>
          <a:p>
            <a:r>
              <a:rPr lang="en-US" dirty="0" err="1"/>
              <a:t>pygame</a:t>
            </a:r>
            <a:r>
              <a:rPr lang="en-US" dirty="0"/>
              <a:t> (</a:t>
            </a:r>
            <a:r>
              <a:rPr lang="ru-RU" dirty="0"/>
              <a:t>основная библиотека, имеющая все необходимые компоненты для создания игры</a:t>
            </a:r>
            <a:r>
              <a:rPr lang="en-US" dirty="0"/>
              <a:t>)</a:t>
            </a:r>
            <a:endParaRPr lang="ru-RU" dirty="0"/>
          </a:p>
          <a:p>
            <a:r>
              <a:rPr lang="en-US" dirty="0"/>
              <a:t>time (</a:t>
            </a:r>
            <a:r>
              <a:rPr lang="ru-RU" dirty="0"/>
              <a:t>для небольшого звукового эффекта</a:t>
            </a:r>
            <a:r>
              <a:rPr lang="en-US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591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Небесная">
  <a:themeElements>
    <a:clrScheme name="Небесная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Небес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Небес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TM03457452[[fn=Небесная]]</Template>
  <TotalTime>337</TotalTime>
  <Words>238</Words>
  <Application>Microsoft Office PowerPoint</Application>
  <PresentationFormat>Широкоэкранный</PresentationFormat>
  <Paragraphs>40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Segoe UI</vt:lpstr>
      <vt:lpstr>Times New Roman</vt:lpstr>
      <vt:lpstr>Небесная</vt:lpstr>
      <vt:lpstr>“The walls”</vt:lpstr>
      <vt:lpstr>идея</vt:lpstr>
      <vt:lpstr>Задание</vt:lpstr>
      <vt:lpstr>Реализация</vt:lpstr>
      <vt:lpstr>Презентация PowerPoint</vt:lpstr>
      <vt:lpstr>Презентация PowerPoint</vt:lpstr>
      <vt:lpstr>Библиотеки: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“The walls”</dc:title>
  <dc:creator>Александра Ходырева</dc:creator>
  <cp:lastModifiedBy>Александра Ходырева</cp:lastModifiedBy>
  <cp:revision>1</cp:revision>
  <dcterms:created xsi:type="dcterms:W3CDTF">2023-01-17T16:17:12Z</dcterms:created>
  <dcterms:modified xsi:type="dcterms:W3CDTF">2023-01-17T21:54:48Z</dcterms:modified>
</cp:coreProperties>
</file>