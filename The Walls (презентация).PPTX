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4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98DC367A-F48C-485A-B3C4-EEBE12D827A9}" type="datetimeFigureOut">
              <a:rPr lang="ru-RU" smtClean="0"/>
              <a:t>03.02.2023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624E13B2-9E91-44AB-AABF-F3CF6D5284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67501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C367A-F48C-485A-B3C4-EEBE12D827A9}" type="datetimeFigureOut">
              <a:rPr lang="ru-RU" smtClean="0"/>
              <a:t>03.02.2023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E13B2-9E91-44AB-AABF-F3CF6D5284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2822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C367A-F48C-485A-B3C4-EEBE12D827A9}" type="datetimeFigureOut">
              <a:rPr lang="ru-RU" smtClean="0"/>
              <a:t>03.02.2023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E13B2-9E91-44AB-AABF-F3CF6D5284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889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C367A-F48C-485A-B3C4-EEBE12D827A9}" type="datetimeFigureOut">
              <a:rPr lang="ru-RU" smtClean="0"/>
              <a:t>03.02.2023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E13B2-9E91-44AB-AABF-F3CF6D5284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5200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C367A-F48C-485A-B3C4-EEBE12D827A9}" type="datetimeFigureOut">
              <a:rPr lang="ru-RU" smtClean="0"/>
              <a:t>03.02.2023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E13B2-9E91-44AB-AABF-F3CF6D5284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3260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C367A-F48C-485A-B3C4-EEBE12D827A9}" type="datetimeFigureOut">
              <a:rPr lang="ru-RU" smtClean="0"/>
              <a:t>03.02.2023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E13B2-9E91-44AB-AABF-F3CF6D5284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4276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C367A-F48C-485A-B3C4-EEBE12D827A9}" type="datetimeFigureOut">
              <a:rPr lang="ru-RU" smtClean="0"/>
              <a:t>03.02.2023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E13B2-9E91-44AB-AABF-F3CF6D5284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9453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C367A-F48C-485A-B3C4-EEBE12D827A9}" type="datetimeFigureOut">
              <a:rPr lang="ru-RU" smtClean="0"/>
              <a:t>03.02.2023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E13B2-9E91-44AB-AABF-F3CF6D5284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4336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C367A-F48C-485A-B3C4-EEBE12D827A9}" type="datetimeFigureOut">
              <a:rPr lang="ru-RU" smtClean="0"/>
              <a:t>03.02.2023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E13B2-9E91-44AB-AABF-F3CF6D5284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0114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C367A-F48C-485A-B3C4-EEBE12D827A9}" type="datetimeFigureOut">
              <a:rPr lang="ru-RU" smtClean="0"/>
              <a:t>03.02.2023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E13B2-9E91-44AB-AABF-F3CF6D5284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9940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C367A-F48C-485A-B3C4-EEBE12D827A9}" type="datetimeFigureOut">
              <a:rPr lang="ru-RU" smtClean="0"/>
              <a:t>03.02.2023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E13B2-9E91-44AB-AABF-F3CF6D5284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17958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C367A-F48C-485A-B3C4-EEBE12D827A9}" type="datetimeFigureOut">
              <a:rPr lang="ru-RU" smtClean="0"/>
              <a:t>03.02.2023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E13B2-9E91-44AB-AABF-F3CF6D5284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75787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C367A-F48C-485A-B3C4-EEBE12D827A9}" type="datetimeFigureOut">
              <a:rPr lang="ru-RU" smtClean="0"/>
              <a:t>03.02.2023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E13B2-9E91-44AB-AABF-F3CF6D5284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36694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C367A-F48C-485A-B3C4-EEBE12D827A9}" type="datetimeFigureOut">
              <a:rPr lang="ru-RU" smtClean="0"/>
              <a:t>03.02.2023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E13B2-9E91-44AB-AABF-F3CF6D5284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16777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C367A-F48C-485A-B3C4-EEBE12D827A9}" type="datetimeFigureOut">
              <a:rPr lang="ru-RU" smtClean="0"/>
              <a:t>03.02.2023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E13B2-9E91-44AB-AABF-F3CF6D5284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2850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C367A-F48C-485A-B3C4-EEBE12D827A9}" type="datetimeFigureOut">
              <a:rPr lang="ru-RU" smtClean="0"/>
              <a:t>03.02.2023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E13B2-9E91-44AB-AABF-F3CF6D5284C7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069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C367A-F48C-485A-B3C4-EEBE12D827A9}" type="datetimeFigureOut">
              <a:rPr lang="ru-RU" smtClean="0"/>
              <a:t>03.02.2023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E13B2-9E91-44AB-AABF-F3CF6D5284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2904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8DC367A-F48C-485A-B3C4-EEBE12D827A9}" type="datetimeFigureOut">
              <a:rPr lang="ru-RU" smtClean="0"/>
              <a:t>03.02.2023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24E13B2-9E91-44AB-AABF-F3CF6D5284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96316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  <p:sldLayoutId id="2147483741" r:id="rId13"/>
    <p:sldLayoutId id="2147483742" r:id="rId14"/>
    <p:sldLayoutId id="2147483743" r:id="rId15"/>
    <p:sldLayoutId id="2147483744" r:id="rId16"/>
    <p:sldLayoutId id="2147483745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71801E-85C4-6D9C-2536-E7DBD458F7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“The walls”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5337680-8BB9-6FE3-7DAA-18DFEAA1C2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8431" y="4385732"/>
            <a:ext cx="6401693" cy="1405467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Проект </a:t>
            </a:r>
            <a:r>
              <a:rPr lang="en-US" dirty="0" err="1"/>
              <a:t>pygame</a:t>
            </a:r>
            <a:endParaRPr lang="en-US" dirty="0"/>
          </a:p>
          <a:p>
            <a:r>
              <a:rPr lang="ru-RU" dirty="0"/>
              <a:t>Авторы: </a:t>
            </a:r>
            <a:r>
              <a:rPr lang="ru-RU" dirty="0"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Ходырева Александра Владимировна, </a:t>
            </a:r>
            <a:r>
              <a:rPr lang="ru-RU" dirty="0" err="1"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Ошкин</a:t>
            </a:r>
            <a:r>
              <a:rPr lang="ru-RU" dirty="0"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Ростислав Евгеньевич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80359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761C5B-F836-C6BC-EEA4-93E482E88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идея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C790EA-D784-093C-5D20-DEEC750DD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10131425" cy="1456267"/>
          </a:xfrm>
        </p:spPr>
        <p:txBody>
          <a:bodyPr/>
          <a:lstStyle/>
          <a:p>
            <a:pPr marL="0" indent="0">
              <a:buNone/>
            </a:pPr>
            <a:r>
              <a:rPr lang="ru-RU" sz="18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Игра про прохождение лабиринта. У игры будет несколько уровней, которые будут иметь свой уровень сложности. Цель - пройти лабиринт.</a:t>
            </a:r>
            <a:endParaRPr lang="en-US" dirty="0">
              <a:latin typeface="Segoe UI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Реализовать игру по средствам использования библиотеки </a:t>
            </a:r>
            <a:r>
              <a:rPr lang="en-US" dirty="0"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Pygame.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510329C-0887-7BD6-F762-3186C950E8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6756" y="4028654"/>
            <a:ext cx="5598488" cy="2216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5178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E4F387-6DC2-1981-9F39-E67AC795E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716" y="687221"/>
            <a:ext cx="2039276" cy="760850"/>
          </a:xfrm>
        </p:spPr>
        <p:txBody>
          <a:bodyPr/>
          <a:lstStyle/>
          <a:p>
            <a:r>
              <a:rPr lang="ru-RU" sz="36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Задание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BC0368-51CB-E2D0-2974-F59B5245E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716" y="1448071"/>
            <a:ext cx="1781825" cy="257453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Сделать игру.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1976DC-400A-4E4E-F2C6-A2FA1BB6C964}"/>
              </a:ext>
            </a:extLst>
          </p:cNvPr>
          <p:cNvSpPr txBox="1"/>
          <p:nvPr/>
        </p:nvSpPr>
        <p:spPr>
          <a:xfrm>
            <a:off x="868716" y="2816027"/>
            <a:ext cx="5793422" cy="3362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Персонаж.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Возможность получить Логический выигрыш и проигрыш.</a:t>
            </a:r>
            <a:endParaRPr lang="ru-RU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Возможность ходить персонажем вверх, вниз, влево, вправо. </a:t>
            </a:r>
            <a:endParaRPr lang="ru-RU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Удобная 2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 </a:t>
            </a:r>
            <a:r>
              <a:rPr lang="ru-RU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графика с видом сверху.</a:t>
            </a:r>
            <a:endParaRPr lang="ru-RU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Красивые текстуры.</a:t>
            </a:r>
            <a:endParaRPr lang="ru-RU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4 уровня лабиринта, по нарастающей сложности.</a:t>
            </a:r>
            <a:endParaRPr lang="ru-RU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Начальное меню, меню проигрыша, меню выигрыша.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5D2DA4-7A71-5ACF-4E67-6286077D9684}"/>
              </a:ext>
            </a:extLst>
          </p:cNvPr>
          <p:cNvSpPr txBox="1"/>
          <p:nvPr/>
        </p:nvSpPr>
        <p:spPr>
          <a:xfrm>
            <a:off x="868716" y="2102307"/>
            <a:ext cx="3891379" cy="658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Требования к игре</a:t>
            </a:r>
          </a:p>
        </p:txBody>
      </p:sp>
    </p:spTree>
    <p:extLst>
      <p:ext uri="{BB962C8B-B14F-4D97-AF65-F5344CB8AC3E}">
        <p14:creationId xmlns:p14="http://schemas.microsoft.com/office/powerpoint/2010/main" val="1387651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673F8F-EF63-8016-BF2E-CC6C9B30E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F639A36-5DC6-13FF-2D13-DB9EEF103B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472" y="2132660"/>
            <a:ext cx="5935993" cy="3649662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58127C2-F7EB-871B-573D-78ACC050348B}"/>
              </a:ext>
            </a:extLst>
          </p:cNvPr>
          <p:cNvSpPr txBox="1"/>
          <p:nvPr/>
        </p:nvSpPr>
        <p:spPr>
          <a:xfrm>
            <a:off x="685801" y="1926166"/>
            <a:ext cx="473845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1" dirty="0"/>
              <a:t>Стартовое окно.</a:t>
            </a:r>
          </a:p>
          <a:p>
            <a:r>
              <a:rPr lang="ru-RU" dirty="0"/>
              <a:t>Здесь можно выбрать уровень или перейти в руководство с помощью.</a:t>
            </a:r>
          </a:p>
          <a:p>
            <a:endParaRPr lang="ru-RU" dirty="0"/>
          </a:p>
          <a:p>
            <a:r>
              <a:rPr lang="ru-RU" dirty="0"/>
              <a:t>Запуск прописан в функции </a:t>
            </a:r>
            <a:r>
              <a:rPr lang="en-US" dirty="0"/>
              <a:t>menu()</a:t>
            </a:r>
            <a:endParaRPr lang="ru-RU" dirty="0"/>
          </a:p>
          <a:p>
            <a:endParaRPr lang="ru-RU" dirty="0"/>
          </a:p>
          <a:p>
            <a:r>
              <a:rPr lang="ru-RU" i="1" dirty="0"/>
              <a:t>Установлена фоновая музыка</a:t>
            </a:r>
          </a:p>
        </p:txBody>
      </p:sp>
    </p:spTree>
    <p:extLst>
      <p:ext uri="{BB962C8B-B14F-4D97-AF65-F5344CB8AC3E}">
        <p14:creationId xmlns:p14="http://schemas.microsoft.com/office/powerpoint/2010/main" val="2595773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3437A48-F638-B2C8-17A2-F68599D6AF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455" y="2722822"/>
            <a:ext cx="3313973" cy="35058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E0ED5C9-740E-4120-EF93-8AAFF8DD97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9014" y="2722822"/>
            <a:ext cx="3313972" cy="351241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393C302-66EE-CB32-EE3D-D1D21E0F08AE}"/>
              </a:ext>
            </a:extLst>
          </p:cNvPr>
          <p:cNvSpPr txBox="1"/>
          <p:nvPr/>
        </p:nvSpPr>
        <p:spPr>
          <a:xfrm>
            <a:off x="782471" y="629378"/>
            <a:ext cx="60945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1" dirty="0"/>
              <a:t>Помощь.</a:t>
            </a:r>
          </a:p>
          <a:p>
            <a:r>
              <a:rPr lang="ru-RU" dirty="0"/>
              <a:t>Небольшая документация, содержащая всю информацию о игре.</a:t>
            </a:r>
          </a:p>
          <a:p>
            <a:endParaRPr lang="ru-RU" dirty="0"/>
          </a:p>
          <a:p>
            <a:r>
              <a:rPr lang="ru-RU" dirty="0"/>
              <a:t>Запуск прописан в функции </a:t>
            </a:r>
            <a:r>
              <a:rPr lang="en-US" dirty="0"/>
              <a:t>menu()</a:t>
            </a:r>
            <a:endParaRPr lang="ru-RU" dirty="0"/>
          </a:p>
          <a:p>
            <a:r>
              <a:rPr lang="ru-RU" i="1" dirty="0"/>
              <a:t>Установлена фоновая музыка стартового окна.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27BE46F-5C1C-F356-E0E0-2AFE9A5A4A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7741" y="2722822"/>
            <a:ext cx="3505800" cy="350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448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71DA71D-8887-B3B5-08B8-C2002EF907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089" y="2795803"/>
            <a:ext cx="3199785" cy="337861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EC76602-FCC8-17BB-4039-F9E69B7007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403" y="2795803"/>
            <a:ext cx="3194097" cy="33786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E6BBA15-E0C8-ED8F-1B3F-01CD0AF5FC45}"/>
              </a:ext>
            </a:extLst>
          </p:cNvPr>
          <p:cNvSpPr txBox="1"/>
          <p:nvPr/>
        </p:nvSpPr>
        <p:spPr>
          <a:xfrm>
            <a:off x="651972" y="479395"/>
            <a:ext cx="89131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/>
              <a:t>Основное окно. </a:t>
            </a:r>
          </a:p>
          <a:p>
            <a:r>
              <a:rPr lang="ru-RU" dirty="0"/>
              <a:t>Игровое окно, где пользователь может пройти лабиринт, перемещая героя стрелками Вверх, Вниз, Вправо и Влево, собрав все ключи и дойдя до выхода.</a:t>
            </a:r>
          </a:p>
          <a:p>
            <a:r>
              <a:rPr lang="ru-RU" dirty="0"/>
              <a:t>Для усложнения карта показывается не полностью.</a:t>
            </a:r>
          </a:p>
          <a:p>
            <a:endParaRPr lang="ru-RU" dirty="0"/>
          </a:p>
          <a:p>
            <a:r>
              <a:rPr lang="ru-RU" dirty="0"/>
              <a:t>Запуск прописан в функции </a:t>
            </a:r>
            <a:r>
              <a:rPr lang="en-US" dirty="0"/>
              <a:t>game()</a:t>
            </a:r>
          </a:p>
          <a:p>
            <a:r>
              <a:rPr lang="ru-RU" i="1" dirty="0"/>
              <a:t>Установлена фоновая музыка, а также звуковые эффекты.</a:t>
            </a:r>
            <a:endParaRPr lang="ru-RU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C40F86F-2628-7BFC-E90F-86E870BC08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500" y="2795803"/>
            <a:ext cx="3192060" cy="3389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472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99A28EA-CF82-3F8F-E5FF-C0FB1FD4B4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4923" y="2481980"/>
            <a:ext cx="3712752" cy="393463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0FEF17C-9A3E-5B05-9FF2-FEC2563367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894" y="2481979"/>
            <a:ext cx="3719745" cy="393463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1913287-04C3-B150-0B04-7EDF1BB9A090}"/>
              </a:ext>
            </a:extLst>
          </p:cNvPr>
          <p:cNvSpPr txBox="1"/>
          <p:nvPr/>
        </p:nvSpPr>
        <p:spPr>
          <a:xfrm>
            <a:off x="665824" y="600726"/>
            <a:ext cx="104312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/>
              <a:t>Победа и поражение.</a:t>
            </a:r>
          </a:p>
          <a:p>
            <a:r>
              <a:rPr lang="ru-RU" dirty="0"/>
              <a:t>Создаются игровым окном</a:t>
            </a:r>
          </a:p>
          <a:p>
            <a:endParaRPr lang="ru-RU" dirty="0"/>
          </a:p>
          <a:p>
            <a:r>
              <a:rPr lang="ru-RU" dirty="0"/>
              <a:t>Запуск прописан в функции </a:t>
            </a:r>
            <a:r>
              <a:rPr lang="en-US" dirty="0"/>
              <a:t>game()</a:t>
            </a:r>
          </a:p>
          <a:p>
            <a:r>
              <a:rPr lang="ru-RU" i="1" dirty="0"/>
              <a:t>Установлена фоновая музыка, а также звуковые эффекты.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5938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EE2C2F-E8C2-CE1B-25F2-A79325C6BC57}"/>
              </a:ext>
            </a:extLst>
          </p:cNvPr>
          <p:cNvSpPr txBox="1"/>
          <p:nvPr/>
        </p:nvSpPr>
        <p:spPr>
          <a:xfrm>
            <a:off x="727969" y="621437"/>
            <a:ext cx="71997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/>
              <a:t>Мини-игра.</a:t>
            </a:r>
          </a:p>
          <a:p>
            <a:r>
              <a:rPr lang="ru-RU" dirty="0"/>
              <a:t>При проигрыше есть шанс получить возможность вернуться, сыграв в крестики-нолики со стражем лабиринта</a:t>
            </a:r>
          </a:p>
          <a:p>
            <a:endParaRPr lang="ru-RU" dirty="0"/>
          </a:p>
          <a:p>
            <a:r>
              <a:rPr lang="ru-RU" dirty="0"/>
              <a:t>Запуск прописан в функции </a:t>
            </a:r>
            <a:r>
              <a:rPr lang="en-US" dirty="0"/>
              <a:t>game()</a:t>
            </a:r>
          </a:p>
          <a:p>
            <a:r>
              <a:rPr lang="ru-RU" i="1" dirty="0"/>
              <a:t>Установлена фоновая музыка игрового окна.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5360F36-3137-4676-1517-F584A27496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829" y="2503525"/>
            <a:ext cx="3734262" cy="395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042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FE780A-AC4B-88FA-F831-76571769E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973584"/>
            <a:ext cx="10131425" cy="1456267"/>
          </a:xfrm>
        </p:spPr>
        <p:txBody>
          <a:bodyPr/>
          <a:lstStyle/>
          <a:p>
            <a:r>
              <a:rPr lang="ru-RU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Библиотеки: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E3778B-B96E-69CD-CAE0-1C014FF83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04433"/>
            <a:ext cx="10131425" cy="3649133"/>
          </a:xfrm>
        </p:spPr>
        <p:txBody>
          <a:bodyPr/>
          <a:lstStyle/>
          <a:p>
            <a:r>
              <a:rPr lang="en-US" dirty="0" err="1"/>
              <a:t>os</a:t>
            </a:r>
            <a:r>
              <a:rPr lang="ru-RU" dirty="0"/>
              <a:t> (для получения спрайтов)</a:t>
            </a:r>
          </a:p>
          <a:p>
            <a:r>
              <a:rPr lang="en-US" dirty="0"/>
              <a:t>sys (</a:t>
            </a:r>
            <a:r>
              <a:rPr lang="ru-RU" dirty="0"/>
              <a:t>для быстрого завершения работы программы)</a:t>
            </a:r>
          </a:p>
          <a:p>
            <a:r>
              <a:rPr lang="en-US" dirty="0" err="1"/>
              <a:t>pygame</a:t>
            </a:r>
            <a:r>
              <a:rPr lang="en-US" dirty="0"/>
              <a:t> (</a:t>
            </a:r>
            <a:r>
              <a:rPr lang="ru-RU" dirty="0"/>
              <a:t>основная библиотека, имеющая все необходимые компоненты для создания игры</a:t>
            </a:r>
            <a:r>
              <a:rPr lang="en-US" dirty="0"/>
              <a:t>)</a:t>
            </a:r>
            <a:endParaRPr lang="ru-RU" dirty="0"/>
          </a:p>
          <a:p>
            <a:r>
              <a:rPr lang="en-US" dirty="0"/>
              <a:t>time (</a:t>
            </a:r>
            <a:r>
              <a:rPr lang="ru-RU" dirty="0"/>
              <a:t>для небольшого звукового эффекта</a:t>
            </a:r>
            <a:r>
              <a:rPr lang="en-US" dirty="0"/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2591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ебесная">
  <a:themeElements>
    <a:clrScheme name="Небесная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Небес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Небесная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TM03457452[[fn=Небесная]]</Template>
  <TotalTime>395</TotalTime>
  <Words>289</Words>
  <Application>Microsoft Office PowerPoint</Application>
  <PresentationFormat>Широкоэкранный</PresentationFormat>
  <Paragraphs>50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Segoe UI</vt:lpstr>
      <vt:lpstr>Times New Roman</vt:lpstr>
      <vt:lpstr>Небесная</vt:lpstr>
      <vt:lpstr>“The walls”</vt:lpstr>
      <vt:lpstr>идея</vt:lpstr>
      <vt:lpstr>Задание</vt:lpstr>
      <vt:lpstr>Реализация</vt:lpstr>
      <vt:lpstr>Презентация PowerPoint</vt:lpstr>
      <vt:lpstr>Презентация PowerPoint</vt:lpstr>
      <vt:lpstr>Презентация PowerPoint</vt:lpstr>
      <vt:lpstr>Презентация PowerPoint</vt:lpstr>
      <vt:lpstr>Библиотеки: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“The walls”</dc:title>
  <dc:creator>Александра Ходырева</dc:creator>
  <cp:lastModifiedBy>Александра Ходырева</cp:lastModifiedBy>
  <cp:revision>3</cp:revision>
  <dcterms:created xsi:type="dcterms:W3CDTF">2023-01-17T16:17:12Z</dcterms:created>
  <dcterms:modified xsi:type="dcterms:W3CDTF">2023-02-03T13:52:49Z</dcterms:modified>
</cp:coreProperties>
</file>